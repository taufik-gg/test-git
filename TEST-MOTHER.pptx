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0158-7C79-4297-7ACB-8C8C93748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65E10-245C-B736-69AA-DF6EBDDD5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E9F3A-7FC5-3EB4-B851-CEBDEA14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2670F-8606-7A7C-8D70-EDE10F67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325EB-F037-2028-5F61-2DD82D31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2584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5E01-07A7-AE0E-FE21-95B92053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C1F96-0CBD-DD3D-A4C3-CDC2A9E59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3C8A6-6BEF-0825-201B-37D189AE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51CDC-339A-DDE9-5725-48E823BB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96CCC-D6B9-56FD-24EF-387C7B06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152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E9E7-77C1-0127-68EB-FBF7C3ED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C6565-6488-8BC8-9778-255D3B370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7F86E-8C07-5403-AF56-33A5A72B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A183C-18C7-B822-7ED5-6A204321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DA20D-8690-C781-70A6-D99ACE14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489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81D5-1466-72AF-FE39-E703E04E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7401-D4A3-4089-C5B9-1ADCC1E3B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EDC27-FEF4-97E4-D7B5-43E1301DB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5EA9-923C-28E4-D883-E4B1DBD5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C722C-9BF6-2E6B-C0E1-AEF621BF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52E5A-6B49-D083-4866-9E007F8D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81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D36C-43A9-C69E-F7BF-C3E31C926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EF5FB-E5CD-2064-EDD1-976C1E9AE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8090A-2087-D47B-E76D-C9BE091D2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5D61D-B276-E7D1-002F-56C92B9CE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A0893-C0C4-06EC-D8EF-1B498A232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FBB20-5F62-0A7C-9B7C-7B596EB4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C0A97-B63C-5D4B-0BB1-2C527BE9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87D423-C7B9-6870-28B7-5C0542E6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440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0AB3-B3CD-BB0E-A519-A70273A5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29B41-F098-9D23-3849-F844FD91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C7CE8-1DAF-8244-8EDA-FCC4671A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1FA82-91C3-A4AF-0E3A-FE96BE39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835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55D50-3880-BE1F-00DD-9DAB41E5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3E669-C457-3FF5-9E6E-DD9F1605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98AEC-EE04-AF25-3D1A-922F794C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111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CE47-12B8-F7BF-3941-BB857AA7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9EE90-F4D2-1D22-828A-20B7E1378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CF77B-9D19-F1C9-C66A-911B3FF36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F64FB-4BC6-5211-9105-344FF31F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2777E-1181-831A-A519-F316BBE4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D4334-C5B6-852E-8663-395445DE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273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D70F-4CFD-BD97-EA87-F36D359B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67C79-F4BD-681E-2EAE-CF467192D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3527B-D293-69F8-62BA-6F54A64C0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C0CC6-2CAA-DD66-8EFB-579C104C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277E7-64D6-A571-A6F2-5706C2DC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EC5CE-BC4D-D50D-AE2C-4B223AAF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965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B6EF-12FC-1B76-019F-3893B2FC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A9ACE-CF87-C789-FCE2-C93BCE790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A7386-3D12-EDB8-AC04-0A7220A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5216-8D18-3008-F110-4206D7D2B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3AEC5-B55D-C84A-2932-C3D3327F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544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14E66-5E49-2179-99FF-3DF866BBA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68AA6-60E2-24C6-1EB2-FD0111E9E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F09B8-04CE-9E2C-05FE-5E3373E5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0B2F4-6767-0E07-454A-EADB4F46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A2218-F4D2-0429-0E7C-BD4F6897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800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A761F-291D-0AF7-BF28-822CEF93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A26F9-825E-D202-E0D8-E72BFD58D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0FF18-84EF-F2B8-B397-AAF08F5D5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9F49F-6A79-4A8A-8790-391B63ED0E33}" type="datetimeFigureOut">
              <a:rPr lang="en-ID" smtClean="0"/>
              <a:t>04/02/2026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14D06-3516-A8BC-50E6-4B9DF605E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5DEBB-ECB9-D78E-6143-BC2C4053E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82E1-7F48-4FB1-9939-5B847D05B6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66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0904A-CDEA-AA72-4545-DA2468E78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TEST-MOTHER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35D12-054F-F07F-7802-3D044E1E44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206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TEST-MOTHER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Grinviro Biotekno</dc:creator>
  <cp:lastModifiedBy>Grinviro Biotekno</cp:lastModifiedBy>
  <cp:revision>1</cp:revision>
  <dcterms:created xsi:type="dcterms:W3CDTF">2026-02-04T03:27:23Z</dcterms:created>
  <dcterms:modified xsi:type="dcterms:W3CDTF">2026-02-04T03:27:23Z</dcterms:modified>
</cp:coreProperties>
</file>